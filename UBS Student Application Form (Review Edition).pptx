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Lato"/>
      <p:regular r:id="rId9"/>
      <p:bold r:id="rId10"/>
      <p:italic r:id="rId11"/>
      <p:boldItalic r:id="rId12"/>
    </p:embeddedFont>
    <p:embeddedFont>
      <p:font typeface="Cinzel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italic.fntdata"/><Relationship Id="rId10" Type="http://schemas.openxmlformats.org/officeDocument/2006/relationships/font" Target="fonts/Lato-bold.fntdata"/><Relationship Id="rId13" Type="http://schemas.openxmlformats.org/officeDocument/2006/relationships/font" Target="fonts/Cinzel-regular.fntdata"/><Relationship Id="rId12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regular.fntdata"/><Relationship Id="rId14" Type="http://schemas.openxmlformats.org/officeDocument/2006/relationships/font" Target="fonts/Cinzel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20.png"/><Relationship Id="rId13" Type="http://schemas.openxmlformats.org/officeDocument/2006/relationships/image" Target="../media/image8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15" Type="http://schemas.openxmlformats.org/officeDocument/2006/relationships/image" Target="../media/image4.png"/><Relationship Id="rId14" Type="http://schemas.openxmlformats.org/officeDocument/2006/relationships/image" Target="../media/image11.png"/><Relationship Id="rId17" Type="http://schemas.openxmlformats.org/officeDocument/2006/relationships/image" Target="../media/image1.png"/><Relationship Id="rId16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486400"/>
            <a:ext cx="110490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6858"/>
            <a:ext cx="3508325" cy="1711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0325" y="1776858"/>
            <a:ext cx="3508325" cy="1711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9150" y="1776858"/>
            <a:ext cx="3508474" cy="1711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679180"/>
            <a:ext cx="3508325" cy="1521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70325" y="3679180"/>
            <a:ext cx="3508325" cy="1521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69150" y="3679180"/>
            <a:ext cx="3508474" cy="1521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21550" y="4279255"/>
            <a:ext cx="14192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16975" y="4279255"/>
            <a:ext cx="11430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21550" y="4526905"/>
            <a:ext cx="1619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817000" y="4526905"/>
            <a:ext cx="11144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571500" y="824358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16. REVIEW APPLICATION SUMMARY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571500" y="1291083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571500" y="1414908"/>
            <a:ext cx="1104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Please verify all details before final submission. Click "edit" to return to any section.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71500" y="581977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Everything looks correct? Proceed to sign and submit.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571500" y="6076950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NEXT: Final Declaration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746450" y="1929258"/>
            <a:ext cx="1809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Edit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723900" y="2062608"/>
            <a:ext cx="33637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PERSONAL &amp; CONTACT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723900" y="2224533"/>
            <a:ext cx="32035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723900" y="2329308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Name: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John Doe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723900" y="2519808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DOB: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15/05/1995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723900" y="2710308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Tel: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+256 700 000 000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723900" y="2900808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Email: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applicant@example.com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7445275" y="1929258"/>
            <a:ext cx="1809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Edit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4422725" y="2062608"/>
            <a:ext cx="33637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FAMILY INFO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4422725" y="2224533"/>
            <a:ext cx="32035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4422725" y="2329308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Status: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Married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4422725" y="2519808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Spouse: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Jane Doe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4422725" y="2710308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Children: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 (Ages 4, 7, 9)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11144250" y="1929258"/>
            <a:ext cx="1809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Edit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8121550" y="2062608"/>
            <a:ext cx="336385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ACADEMIC BACKGROUND</a:t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8121550" y="2224533"/>
            <a:ext cx="320367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8121550" y="2329308"/>
            <a:ext cx="32036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Last School: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Jinja SS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8121550" y="2519808"/>
            <a:ext cx="32036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Years Comp: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14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8121550" y="2710308"/>
            <a:ext cx="320367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Higher Ed: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B.A. Education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3746450" y="3831580"/>
            <a:ext cx="1809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Edit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723900" y="3964930"/>
            <a:ext cx="33637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MINISTRY &amp; WORK</a:t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723900" y="4126855"/>
            <a:ext cx="32035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723900" y="4231630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Saved Since: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2012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723900" y="4422130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Current Church: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First Baptist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723900" y="4612630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Job: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Teacher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7445275" y="3831580"/>
            <a:ext cx="18097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Edit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4422725" y="3964930"/>
            <a:ext cx="336370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FINANCIAL PLAN</a:t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4422725" y="4126855"/>
            <a:ext cx="320352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422725" y="4231630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Self Support: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200,000 UGX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4422725" y="4422130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Church Support: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110,000 UGX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4422725" y="4612630"/>
            <a:ext cx="3203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Total:</a:t>
            </a: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310,000 UGX (Cert/Dip Rate)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8121550" y="3964930"/>
            <a:ext cx="336385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ATTACHED DOCUMENTS</a:t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8121550" y="4126855"/>
            <a:ext cx="320367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938962" y="610552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197750" y="4326880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693175" y="4326880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197750" y="4574530"/>
            <a:ext cx="762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893200" y="4574530"/>
            <a:ext cx="104775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074021"/>
            <a:ext cx="857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/>
        </p:nvSpPr>
        <p:spPr>
          <a:xfrm>
            <a:off x="1595437" y="1043433"/>
            <a:ext cx="9001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17. FINAL DECLARATION</a:t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1809750" y="1510158"/>
            <a:ext cx="85725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1809750" y="1776858"/>
            <a:ext cx="85725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"I, the undersigned, hereby declare that the information provided is accurate and true to the best of my knowledge. I understand that any false statements may lead to the cancellation of my application or dismissal from </a:t>
            </a:r>
            <a:r>
              <a:rPr b="1" i="1" lang="en-US" sz="1425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Uganda Baptist Seminary</a:t>
            </a:r>
            <a:r>
              <a:rPr b="0" i="1" lang="en-US" sz="1425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."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2009775" y="4397871"/>
            <a:ext cx="8172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Transmission Notice: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Your application will be converted to a secure PDF and sent to: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b.masaba@ugandabaptistseminary.org • b.masaba256@gmail.com • musicvoicechat@gmail.com</a:t>
            </a:r>
            <a:endParaRPr/>
          </a:p>
        </p:txBody>
      </p:sp>
      <p:pic>
        <p:nvPicPr>
          <p:cNvPr descr="image.png" id="148" name="Google Shape;14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9798" y="549800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 txBox="1"/>
          <p:nvPr/>
        </p:nvSpPr>
        <p:spPr>
          <a:xfrm>
            <a:off x="1809750" y="3026271"/>
            <a:ext cx="4095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Type Full Name to Sign 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1809750" y="3302496"/>
            <a:ext cx="4095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2B5B"/>
                </a:solidFill>
                <a:latin typeface="Cinzel"/>
                <a:ea typeface="Cinzel"/>
                <a:cs typeface="Cinzel"/>
                <a:sym typeface="Cinzel"/>
              </a:rPr>
              <a:t>JOHN DOE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6286500" y="3026271"/>
            <a:ext cx="4095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Date of Submission 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6286500" y="3302496"/>
            <a:ext cx="4095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28 / 04 /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/>
        </p:nvSpPr>
        <p:spPr>
          <a:xfrm>
            <a:off x="571500" y="824358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2B5B"/>
                </a:solidFill>
                <a:latin typeface="Lato"/>
                <a:ea typeface="Lato"/>
                <a:cs typeface="Lato"/>
                <a:sym typeface="Lato"/>
              </a:rPr>
              <a:t>IMAGE SOURCES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71500" y="1291083"/>
            <a:ext cx="11049000" cy="28575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571500" y="1557783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571500" y="23197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571500" y="23197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006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1666875" y="1748283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x-raw-image:///0e9c7720e0a6782e25e1a3cc02b414d2ddb48c29f669a40404937356ea892e19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1666875" y="1948308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ugandabaptistseminary.org</a:t>
            </a:r>
            <a:endParaRPr/>
          </a:p>
        </p:txBody>
      </p:sp>
      <p:pic>
        <p:nvPicPr>
          <p:cNvPr descr="image.png" id="165" name="Google Shape;1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2183"/>
            <a:ext cx="17907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 txBox="1"/>
          <p:nvPr/>
        </p:nvSpPr>
        <p:spPr>
          <a:xfrm>
            <a:off x="1666875" y="2519808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https://ugandabaptistseminary.org/wp-content/uploads/2022/08/cropped-ubs-exterior-2-e1674867889682.jpeg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1666875" y="2719833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ugandabaptistseminary.org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